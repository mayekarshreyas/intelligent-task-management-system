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269" r:id="rId5"/>
    <p:sldId id="263" r:id="rId6"/>
    <p:sldId id="264" r:id="rId7"/>
    <p:sldId id="265" r:id="rId8"/>
    <p:sldId id="268" r:id="rId9"/>
    <p:sldId id="266" r:id="rId10"/>
    <p:sldId id="267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D1BD2-BB4D-4536-8879-9763A8DA31C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F80E1-AE83-4EED-864E-700BEFE28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168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E13B6-50BE-06BD-83BF-BC39D069F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2F067-6367-3ED8-1FF5-077CC973F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CE1AA-23E9-D5D2-4CAA-51E08FBF2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A2258-97B0-0878-5AE4-FCA4A80C5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77966-93A3-0CC7-6B5A-D2BE2708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306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426A-DEB1-96DE-E1A7-3562429D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FD2C7-CCBC-00A8-F30F-33472ECC1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74509-AA67-A6EE-94B9-99A7BEF0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ED648-7E0F-8F7A-3DDA-965F3349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8F30F-74A5-AD8A-65EA-C56C598B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31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61F1-CF33-FB4B-BC56-4B0821F8D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D591E-5E97-CCAC-8D6F-F1EFE9F9A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9872B-6EF6-7865-AE3F-CFB647A92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3DEB-5FEE-540B-863E-80FAEB54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5DDC0-F1A5-5BF1-9064-1E4C746A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528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813C-03AE-8089-AA41-F7A78512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AB77C-76D2-6947-E6F7-6880B71C9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9CB4B-93CF-0BA3-F9B4-5576D5F0C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44F59-A5DC-AE8D-8FDF-70145F91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1ABEE-55C3-DF01-D156-B715AE68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3E79E-71CC-9526-BC89-1DF3AE5E8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542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0EFA4-55FF-36D3-BAE5-535A4472D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2DAE9-6D5E-A4FA-2BFF-404B15C6B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4A974-4A3A-68A4-72D0-DC66283BA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A57FA-9104-E291-CAB7-847560D47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1D90C-8DDD-C0AF-7D0E-6591544D2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69A5C7-0B3C-A3E3-3328-5ABB89EF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D6F859-9362-3F60-4214-D276D5AC9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A867C-931A-2B2C-B94C-A1D2AAA1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59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EF1D-7320-527A-4DC9-379C5CD79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5F438-4CA0-403C-47C9-D4A33B4F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2922B-A3BD-5831-14AD-208174A9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39CA7-7DBF-08F9-ECEC-5C131D37D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429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9027D-F603-1155-4F4E-9C005B29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05FC2E-B91F-4EFC-7D54-19D121ED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B59E7-1E93-BB25-7B21-E861B8B5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35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C116-8458-27D9-57C7-45638565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7C7D0-2872-A4BF-55D9-F5C5EEC01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D1949-38C4-9D23-77A7-1EFF5FA05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FB362-AEAE-4054-F14F-24852C5F9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B6A24-0525-6F5A-9DED-B0694A7F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D0F4E-B43D-EEC7-140C-7C58E95A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51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5F05-E7E7-D80C-9A68-EF9857265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05298-1206-2AA4-6ABD-531EB9713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1D88D-97ED-9095-A41E-34A6FC302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7A9CF-AFDE-66F6-5C3F-AFB78C16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0B986-DE23-C890-B256-254AE2F6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EAF71-54D0-58B5-AE1B-C344D692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9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50EE-000F-8C78-34E3-807E43FF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EC78C-73E5-8D58-B4D1-9067182FB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DE918-EAB6-CD41-3CC0-30026CB0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1AF3B-FCED-DE55-45F8-85409C6A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5C64C-5180-FB66-24D6-72E67BE4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011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B62F76-07AD-7D21-21C7-6C3247E38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0362A-DAE0-8736-4654-389CB5F11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D0C14-51E2-9F88-C1E4-30E26A3C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DD383-DBD5-96C2-4628-4CF31A828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A4FC-8D5B-FC7D-DB61-D73B500D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294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BC805-4D03-2B85-7519-971EFE76B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758A7-E4C6-F2EC-9328-90FF250E3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19AAF-A1A3-F430-9ACA-6F2DAC5F5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40E66-CED3-4A5E-B7D2-D056DA546185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2E3FB-82C0-819C-3966-C8FBC48BF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7244-6FA6-8362-196D-DC2D41FD9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74B2C-C383-4419-8780-52BA49604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784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143C-DB07-47C8-1867-0AD0C3DB7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1" y="498986"/>
            <a:ext cx="10166555" cy="1909763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Intelligent Task Management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74BFE8-53B7-01E8-B353-AFE60533EB1F}"/>
              </a:ext>
            </a:extLst>
          </p:cNvPr>
          <p:cNvSpPr txBox="1"/>
          <p:nvPr/>
        </p:nvSpPr>
        <p:spPr>
          <a:xfrm>
            <a:off x="1715730" y="3515032"/>
            <a:ext cx="6715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Name: Shreyas Rajendra Mayekar</a:t>
            </a:r>
          </a:p>
          <a:p>
            <a:endParaRPr lang="en-US" sz="2400" dirty="0"/>
          </a:p>
          <a:p>
            <a:r>
              <a:rPr lang="en-US" sz="2400" dirty="0"/>
              <a:t>Course Name : </a:t>
            </a:r>
            <a:r>
              <a:rPr lang="en-IN" sz="2400" dirty="0"/>
              <a:t>Programming using Python</a:t>
            </a:r>
          </a:p>
          <a:p>
            <a:endParaRPr lang="en-US" sz="2400" dirty="0"/>
          </a:p>
          <a:p>
            <a:r>
              <a:rPr lang="en-US" sz="2400" dirty="0"/>
              <a:t>Date: 12/05/2026</a:t>
            </a:r>
          </a:p>
          <a:p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80F4B-056F-FAEA-7321-0BBDD36F9A72}"/>
              </a:ext>
            </a:extLst>
          </p:cNvPr>
          <p:cNvSpPr txBox="1"/>
          <p:nvPr/>
        </p:nvSpPr>
        <p:spPr>
          <a:xfrm flipH="1">
            <a:off x="2836607" y="2408749"/>
            <a:ext cx="8416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AI Powered Productivity and Planning Solution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949647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8695-B5BD-7FCA-0AD7-5CCFBBB3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7" y="306132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Problem Statement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BFFD3-9BEC-161A-702E-2D3BF2DAB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Managing multiple daily tasks manually is difficult and time-consuming.</a:t>
            </a:r>
          </a:p>
          <a:p>
            <a:r>
              <a:rPr lang="en-US" dirty="0"/>
              <a:t>Users may forget deadlines and important tasks without proper tracking.</a:t>
            </a:r>
          </a:p>
          <a:p>
            <a:r>
              <a:rPr lang="en-US" dirty="0"/>
              <a:t>Traditional task management systems lack intelligent planning and productivity features.</a:t>
            </a:r>
          </a:p>
          <a:p>
            <a:r>
              <a:rPr lang="en-US" dirty="0"/>
              <a:t>Users face difficulty in prioritizing tasks and organizing schedules effectively.</a:t>
            </a:r>
          </a:p>
          <a:p>
            <a:r>
              <a:rPr lang="en-US" dirty="0"/>
              <a:t>There is a need for an AI-powered system that can manage tasks, analyze productivity, and provide smart recommendations.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127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747C-9192-1873-CA3D-B2E50BCBB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532" y="266802"/>
            <a:ext cx="5067300" cy="1325563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99837-93AD-F398-BC99-E0E3BF3AF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an intelligent task management system using Python.</a:t>
            </a:r>
          </a:p>
          <a:p>
            <a:r>
              <a:rPr lang="en-US" dirty="0"/>
              <a:t>To help users organize, update, and track daily tasks efficiently.</a:t>
            </a:r>
          </a:p>
          <a:p>
            <a:r>
              <a:rPr lang="en-US" dirty="0"/>
              <a:t>To provide productivity analysis using reports and task statistics.</a:t>
            </a:r>
          </a:p>
          <a:p>
            <a:r>
              <a:rPr lang="en-US" dirty="0"/>
              <a:t>To integrate AI features such as task prioritization, summaries, and daily planning.</a:t>
            </a:r>
          </a:p>
          <a:p>
            <a:r>
              <a:rPr lang="en-US" dirty="0"/>
              <a:t>To improve time management and productivity through smart recommendations and overdue task detection.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2232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268361-B4AB-EE9A-DCB4-F4E0B6DA50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181" y="716316"/>
            <a:ext cx="6645638" cy="23415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74A3FF-0EC9-1831-79EB-4887E73F825E}"/>
              </a:ext>
            </a:extLst>
          </p:cNvPr>
          <p:cNvSpPr txBox="1"/>
          <p:nvPr/>
        </p:nvSpPr>
        <p:spPr>
          <a:xfrm>
            <a:off x="3106993" y="3800170"/>
            <a:ext cx="5978013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csv is used for reading and writing CSV files.</a:t>
            </a:r>
          </a:p>
          <a:p>
            <a:r>
              <a:rPr lang="en-US" dirty="0"/>
              <a:t>pandas is used for reports and data analysis.</a:t>
            </a:r>
          </a:p>
          <a:p>
            <a:r>
              <a:rPr lang="en-US" dirty="0"/>
              <a:t>requests is used to connect with the AI API.</a:t>
            </a:r>
          </a:p>
          <a:p>
            <a:r>
              <a:rPr lang="en-US" dirty="0"/>
              <a:t>datetime is used for date handling and overdue task checking.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727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6F4E46-5442-AC71-0661-27D07C249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08" y="541740"/>
            <a:ext cx="10596392" cy="27618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C08EE6-8D5F-C733-E1BB-C6517B9DC270}"/>
              </a:ext>
            </a:extLst>
          </p:cNvPr>
          <p:cNvSpPr txBox="1"/>
          <p:nvPr/>
        </p:nvSpPr>
        <p:spPr>
          <a:xfrm>
            <a:off x="1936955" y="3755923"/>
            <a:ext cx="8721213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Task is used to create a task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__() is a constructor method that runs automatically when a task is created.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title, priority, </a:t>
            </a:r>
            <a:r>
              <a:rPr lang="en-US" dirty="0" err="1"/>
              <a:t>due_date</a:t>
            </a:r>
            <a:r>
              <a:rPr lang="en-US" dirty="0"/>
              <a:t>, category, and status are parameters used to receive task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self refers to the current </a:t>
            </a:r>
            <a:r>
              <a:rPr lang="en-US"/>
              <a:t>object.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statements store priority, due date, category, and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code implements Object-Oriented Programming for organized task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50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219C50-9794-F497-44CD-F23831928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053" y="242631"/>
            <a:ext cx="4240521" cy="5430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A6AF52-8A94-8CDA-877A-412BF3421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304" y="242631"/>
            <a:ext cx="4810796" cy="35713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74F0F9-3E37-93F9-F5FE-D69966E8375E}"/>
              </a:ext>
            </a:extLst>
          </p:cNvPr>
          <p:cNvSpPr txBox="1"/>
          <p:nvPr/>
        </p:nvSpPr>
        <p:spPr>
          <a:xfrm>
            <a:off x="5968532" y="4009103"/>
            <a:ext cx="5682339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call_ai</a:t>
            </a:r>
            <a:r>
              <a:rPr lang="en-US" dirty="0"/>
              <a:t>() is used to communicate with the AI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headers store API authentication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contains the model name and user prompt.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requests.post</a:t>
            </a:r>
            <a:r>
              <a:rPr lang="en-US" dirty="0"/>
              <a:t>() sends request to the AI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Response.json</a:t>
            </a:r>
            <a:r>
              <a:rPr lang="en-US" dirty="0"/>
              <a:t>() converts API response into Python dictionary.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"choices" in result checks whether response is valid.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AI-generated response is returned to the program.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655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E4DF17-A578-DEDA-E554-5E94ED9E9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521" y="329281"/>
            <a:ext cx="4178046" cy="4001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D3A4F0-56B4-813F-8147-20B726BC6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519" y="329281"/>
            <a:ext cx="4772691" cy="40010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62B932-DA1E-4EAE-798A-4FFC1AA72D74}"/>
              </a:ext>
            </a:extLst>
          </p:cNvPr>
          <p:cNvSpPr txBox="1"/>
          <p:nvPr/>
        </p:nvSpPr>
        <p:spPr>
          <a:xfrm>
            <a:off x="3240060" y="4672415"/>
            <a:ext cx="5711879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generate_report</a:t>
            </a:r>
            <a:r>
              <a:rPr lang="en-US" dirty="0"/>
              <a:t>() creates a productivity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 details are stored in a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pd.DataFrame</a:t>
            </a:r>
            <a:r>
              <a:rPr lang="en-US" dirty="0"/>
              <a:t>(data) converts the data into table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Total, completed, and pending tasks are calculated.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Productivity score is calculated in percentage.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report is displayed to the user.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988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39CC6D-3B47-8D6C-99B0-A03E19A3A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86" y="497389"/>
            <a:ext cx="4713162" cy="3188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43A1E7-B48D-1C45-9D72-47D1197E6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480" y="497389"/>
            <a:ext cx="5028992" cy="31883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552B58-2E03-84A4-D4B8-90DBA0A3A5F1}"/>
              </a:ext>
            </a:extLst>
          </p:cNvPr>
          <p:cNvSpPr txBox="1"/>
          <p:nvPr/>
        </p:nvSpPr>
        <p:spPr>
          <a:xfrm>
            <a:off x="2154985" y="4336026"/>
            <a:ext cx="6182770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check_overdue_tasks</a:t>
            </a:r>
            <a:r>
              <a:rPr lang="en-IN" dirty="0"/>
              <a:t>() checks overdue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datetime.today</a:t>
            </a:r>
            <a:r>
              <a:rPr lang="en-IN" dirty="0"/>
              <a:t>() gets current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strptime</a:t>
            </a:r>
            <a:r>
              <a:rPr lang="en-IN" dirty="0"/>
              <a:t>() converts due date into date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Due date is compared with current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Pending tasks with expired dates are marked overdue.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try-except handles invalid date formats.</a:t>
            </a:r>
          </a:p>
        </p:txBody>
      </p:sp>
    </p:spTree>
    <p:extLst>
      <p:ext uri="{BB962C8B-B14F-4D97-AF65-F5344CB8AC3E}">
        <p14:creationId xmlns:p14="http://schemas.microsoft.com/office/powerpoint/2010/main" val="1657060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9CAFD9-914F-0A13-D2CC-F3E697A28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78" y="1599944"/>
            <a:ext cx="5439534" cy="36581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85DD91-A6C1-623B-EE88-27AB8AFEC68B}"/>
              </a:ext>
            </a:extLst>
          </p:cNvPr>
          <p:cNvSpPr txBox="1"/>
          <p:nvPr/>
        </p:nvSpPr>
        <p:spPr>
          <a:xfrm>
            <a:off x="7079226" y="1997838"/>
            <a:ext cx="4135612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save_tasks</a:t>
            </a:r>
            <a:r>
              <a:rPr lang="en-US" dirty="0"/>
              <a:t>() stores task data into a CSV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open() opens the file in write mode.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csv.writer</a:t>
            </a:r>
            <a:r>
              <a:rPr lang="en-US" dirty="0"/>
              <a:t>() is used to write data into the CSV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task in tasks accesses all tasks one by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writer.writerow</a:t>
            </a:r>
            <a:r>
              <a:rPr lang="en-US" dirty="0"/>
              <a:t>() stores task details into the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helps save data permanently.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06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130109-9752-3561-496B-7A2285954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279" y="1253331"/>
            <a:ext cx="4733673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45ECD2-A08E-E01B-7EA5-2005CF3A32B7}"/>
              </a:ext>
            </a:extLst>
          </p:cNvPr>
          <p:cNvSpPr txBox="1"/>
          <p:nvPr/>
        </p:nvSpPr>
        <p:spPr>
          <a:xfrm>
            <a:off x="6725263" y="2136338"/>
            <a:ext cx="4493343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search_task</a:t>
            </a:r>
            <a:r>
              <a:rPr lang="en-US" dirty="0"/>
              <a:t>() is used to search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enters a keyword.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.lower() converts text into lowercase for easier matching.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 checks all tasks one by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keyword in </a:t>
            </a:r>
            <a:r>
              <a:rPr lang="en-US" dirty="0" err="1"/>
              <a:t>task.title.lower</a:t>
            </a:r>
            <a:r>
              <a:rPr lang="en-US" dirty="0"/>
              <a:t>() searches partial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Matching tasks are displayed to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no task is found, a message is shown.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91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8192-79CE-137C-0713-5F5DC3DB6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0" y="286467"/>
            <a:ext cx="3690784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07431-2B85-D800-DCFE-2A888BB2F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AI-based task prioritization helps users identify important tasks more effectively.</a:t>
            </a:r>
          </a:p>
          <a:p>
            <a:r>
              <a:rPr lang="en-US" dirty="0"/>
              <a:t>Productivity reports make it easier to track completed and pending tasks.</a:t>
            </a:r>
          </a:p>
          <a:p>
            <a:r>
              <a:rPr lang="en-US" dirty="0"/>
              <a:t>Overdue task detection helps users avoid missing deadlines.</a:t>
            </a:r>
          </a:p>
          <a:p>
            <a:r>
              <a:rPr lang="en-US" dirty="0"/>
              <a:t>AI-generated daily planning improves task organization and time management.</a:t>
            </a:r>
          </a:p>
          <a:p>
            <a:r>
              <a:rPr lang="en-US" dirty="0"/>
              <a:t>Combining task management with AI features creates a smarter and more efficient productivity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1156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650B-DB11-DFC2-7F8A-B7601A0F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864" y="18255"/>
            <a:ext cx="3281516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Conclusion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4DFDF-E3F9-5E5C-EA0D-605FA1D32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Intelligent Task Management System was successfully developed using Python with features such as task management, productivity analytics, overdue task detection, and AI-powered planning. The project effectively demonstrates the use of Object-Oriented Programming, file handling, Pandas, error handling, and API integration. AI features such as productivity advice, task prioritization, summaries, and daily planning make the system more intelligent and user-friendly. The project successfully achieves its objective of improving task organization and productivity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007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723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Intelligent Task Management System</vt:lpstr>
      <vt:lpstr>                       Problem Statement</vt:lpstr>
      <vt:lpstr>Project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Findings</vt:lpstr>
      <vt:lpstr>         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 mayekar</dc:creator>
  <cp:lastModifiedBy>shreyas mayekar</cp:lastModifiedBy>
  <cp:revision>7</cp:revision>
  <dcterms:created xsi:type="dcterms:W3CDTF">2026-05-08T05:42:00Z</dcterms:created>
  <dcterms:modified xsi:type="dcterms:W3CDTF">2026-05-12T03:40:20Z</dcterms:modified>
</cp:coreProperties>
</file>